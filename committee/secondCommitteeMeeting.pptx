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79" d="100"/>
          <a:sy n="79" d="100"/>
        </p:scale>
        <p:origin x="114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DC0A2-C778-86E6-A4B8-3C1DC2EC20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D5CC88-EEA4-2871-552C-CD4D28F3B6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29EB2A-2914-A947-BB23-C26EED226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D0C65-DC76-4516-8AE1-CCBCB1D6989C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56833-AE14-B435-0788-FA16D0276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C6F680-99FF-7ECB-A445-2E7106B0C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51EFA-9F73-4214-9D99-E1B64BB8387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09309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D4182-5553-0E2F-CEA9-DC13BD844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4C2F6-74AB-6082-6BF7-0B916BEC4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C867E3-50DC-8B39-0318-697122B33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D0C65-DC76-4516-8AE1-CCBCB1D6989C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51ED9-F1F5-F25E-D5D5-953A80638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3E9B5-7486-8B45-ADDE-9A8FEB932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51EFA-9F73-4214-9D99-E1B64BB8387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5044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9EEC-D01E-5209-84EF-3339A9A96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A0DBDE-EAFE-F93C-E28A-6AF3262D8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20BC90-2AD0-C0B3-2E76-01FFB873D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D0C65-DC76-4516-8AE1-CCBCB1D6989C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5756A7-3FE9-0461-3D44-4A28F707F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696F0-9948-3F7E-B335-CA9C50819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51EFA-9F73-4214-9D99-E1B64BB8387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7675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556E1-B2CA-EE3A-D9B4-43065B852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B7502-EE51-A979-1571-F60BE3850A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D0F8A4-FA38-B8A5-EB05-050EED866C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C40375-8FE3-4BB2-D9F0-D42A81FD2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D0C65-DC76-4516-8AE1-CCBCB1D6989C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79E446-A8D0-EC39-512A-5D54441B0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2B7D2B-7CCC-F8FD-A618-9DC3BFA64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51EFA-9F73-4214-9D99-E1B64BB8387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7552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6859-8FAF-0C24-7741-338F3F75A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47527F-F6FA-E1A1-5A14-7E0DDBEE6F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4C599D-B614-2683-626A-FDBB408839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EB2703-FC4F-7872-9214-672F90C0B5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D1DB23-8A7A-7261-591B-9B14A3DAB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F5401E-60A1-0823-45A0-0B21C8DD5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D0C65-DC76-4516-8AE1-CCBCB1D6989C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7CAE23-04FA-AEEF-B10D-9179FA93D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4E9A00-A827-B75D-67D4-9E6479AB1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51EFA-9F73-4214-9D99-E1B64BB8387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2748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1FA31-1F24-0C35-99AF-A2B9E4BB2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BD6CC-BB1F-4B07-9E04-EE984A66F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D0C65-DC76-4516-8AE1-CCBCB1D6989C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1DF6F9-C087-8AB5-B344-B3F690B0D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87D672-EEF9-5A53-07D6-EA03EAE22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51EFA-9F73-4214-9D99-E1B64BB8387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5108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3B6B33-1611-74A3-042B-DAE46F358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D0C65-DC76-4516-8AE1-CCBCB1D6989C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81B4D2-1041-6643-1A94-209D4680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4EAF68-306B-11F7-CFA4-5FE3C0E73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51EFA-9F73-4214-9D99-E1B64BB8387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9989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E0AC5-D0FC-643E-842B-021ED9D21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0139E-3E3F-36D7-3355-4D5A1FB001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205DBF-6C3A-DA04-048F-5DE072D172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76F993-D0BF-6C85-2387-12190BB0A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D0C65-DC76-4516-8AE1-CCBCB1D6989C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9198C8-0DAE-64AF-41E1-A462BD217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80B8E5-8A6B-B648-372E-D284B6FDB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51EFA-9F73-4214-9D99-E1B64BB8387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2851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E8AA7-7656-824F-BD4C-EBA1B42E2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3E04AD-E115-9478-3091-D2E3DAAD2B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D87205-DA68-B383-3C47-4FC05BEA6F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1C15EE-CF9E-AB9E-FE25-AA04774B9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D0C65-DC76-4516-8AE1-CCBCB1D6989C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0C0DD2-AF47-D15C-67AF-8DE3C8461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816F21-3DD4-CD66-FC0F-42C4FAA76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51EFA-9F73-4214-9D99-E1B64BB8387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3664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118D6-EA45-F2F2-5938-BFE39C429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581E5-DBE5-F4E2-6358-CC57D816A2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64C75-9F09-CD50-7B33-085C3AF3B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D0C65-DC76-4516-8AE1-CCBCB1D6989C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98479-7459-A6D3-B77B-B43C585BF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9DED72-0D37-B4B9-C247-0D204B1DC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51EFA-9F73-4214-9D99-E1B64BB8387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6217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412C59-9543-1172-8060-D33360A9B1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16FF18-D3D7-34B2-70FC-2F47792BE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1F17B-8AFC-9971-82D9-10D12554C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D0C65-DC76-4516-8AE1-CCBCB1D6989C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DFD23-D414-1B5A-CA2B-9BE735180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F9BA3-B884-C039-E2BE-F83C5E44F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51EFA-9F73-4214-9D99-E1B64BB8387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0198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1B5421-20C9-9AD5-BD3F-7D8671C30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10F522-38B2-5084-1B7F-A4367FBA2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390DB6-1547-5973-7960-FF50214135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7D0C65-DC76-4516-8AE1-CCBCB1D6989C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B1ECF8-3DBD-499C-5AF7-E98E75FDFA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D0F91-DC97-C670-F363-72C600830A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351EFA-9F73-4214-9D99-E1B64BB8387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8855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0D9C67A-5537-0CBC-1919-47D67FD74E2E}"/>
              </a:ext>
            </a:extLst>
          </p:cNvPr>
          <p:cNvSpPr/>
          <p:nvPr/>
        </p:nvSpPr>
        <p:spPr>
          <a:xfrm>
            <a:off x="1072896" y="1999488"/>
            <a:ext cx="10290048" cy="1804416"/>
          </a:xfrm>
          <a:prstGeom prst="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2F30260-2E2B-C1DD-3D22-1A4930BD39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082" y="2062199"/>
            <a:ext cx="11323675" cy="2387600"/>
          </a:xfrm>
        </p:spPr>
        <p:txBody>
          <a:bodyPr/>
          <a:lstStyle/>
          <a:p>
            <a:r>
              <a: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The fine balance</a:t>
            </a:r>
            <a:br>
              <a: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br>
              <a:rPr lang="en-US" altLang="zh-CN" dirty="0">
                <a:solidFill>
                  <a:schemeClr val="bg1"/>
                </a:solidFill>
              </a:rPr>
            </a:br>
            <a:r>
              <a:rPr lang="en-US" altLang="zh-CN" sz="2400" b="0" i="0" u="none" strike="noStrike" baseline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Exploring the Interplay of Reproductive Strategies and Growth Dynamics in Trees</a:t>
            </a:r>
            <a:endParaRPr lang="zh-CN" altLang="en-US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E8F0C0E-6F9E-1D0A-0FD7-CC07580583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95801"/>
            <a:ext cx="9144000" cy="1655762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chemeClr val="bg1"/>
                </a:solidFill>
              </a:rPr>
              <a:t>Xiaomao (Mao) Wang</a:t>
            </a:r>
          </a:p>
          <a:p>
            <a:r>
              <a:rPr lang="en-US" altLang="zh-CN" dirty="0">
                <a:solidFill>
                  <a:schemeClr val="bg1"/>
                </a:solidFill>
              </a:rPr>
              <a:t>Supervisor: Elizabeth </a:t>
            </a:r>
            <a:r>
              <a:rPr lang="en-US" altLang="zh-CN" dirty="0" err="1">
                <a:solidFill>
                  <a:schemeClr val="bg1"/>
                </a:solidFill>
              </a:rPr>
              <a:t>Wolkovich</a:t>
            </a:r>
            <a:endParaRPr lang="en-US" altLang="zh-CN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3F004B-5724-A2B6-B30F-60C625075C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20575"/>
            <a:ext cx="1481544" cy="14815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EAD06E-A0BD-A7A0-E912-05F7409A3202}"/>
              </a:ext>
            </a:extLst>
          </p:cNvPr>
          <p:cNvSpPr txBox="1"/>
          <p:nvPr/>
        </p:nvSpPr>
        <p:spPr>
          <a:xfrm>
            <a:off x="1357495" y="356460"/>
            <a:ext cx="4738505" cy="1382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altLang="zh-CN" sz="1600" b="1" dirty="0">
                <a:solidFill>
                  <a:schemeClr val="bg1"/>
                </a:solidFill>
              </a:rPr>
              <a:t>Faculty of Forestry, University of British Columbia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altLang="zh-CN" sz="1600" b="1" dirty="0">
                <a:solidFill>
                  <a:schemeClr val="bg1"/>
                </a:solidFill>
              </a:rPr>
              <a:t>2</a:t>
            </a:r>
            <a:r>
              <a:rPr lang="en-US" altLang="zh-CN" sz="1600" b="1" baseline="30000" dirty="0">
                <a:solidFill>
                  <a:schemeClr val="bg1"/>
                </a:solidFill>
              </a:rPr>
              <a:t>nd</a:t>
            </a:r>
            <a:r>
              <a:rPr lang="en-US" altLang="zh-CN" sz="1600" b="1" dirty="0">
                <a:solidFill>
                  <a:schemeClr val="bg1"/>
                </a:solidFill>
              </a:rPr>
              <a:t> Doctoral Committee Meeting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endParaRPr lang="en-US" altLang="zh-CN" sz="1600" b="1" dirty="0">
              <a:solidFill>
                <a:schemeClr val="bg1"/>
              </a:solidFill>
            </a:endParaRPr>
          </a:p>
          <a:p>
            <a:endParaRPr lang="zh-CN" altLang="en-US" sz="1200" b="1" dirty="0">
              <a:solidFill>
                <a:schemeClr val="bg1"/>
              </a:solidFill>
            </a:endParaRPr>
          </a:p>
          <a:p>
            <a:endParaRPr lang="zh-CN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452457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A78173-72CA-2324-A5FA-A29B308F6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92CC47E-1E16-C4CB-D06C-31875163F233}"/>
              </a:ext>
            </a:extLst>
          </p:cNvPr>
          <p:cNvSpPr/>
          <p:nvPr/>
        </p:nvSpPr>
        <p:spPr>
          <a:xfrm>
            <a:off x="353568" y="379398"/>
            <a:ext cx="11484864" cy="6099204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56382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37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等线</vt:lpstr>
      <vt:lpstr>等线 Light</vt:lpstr>
      <vt:lpstr>Arial</vt:lpstr>
      <vt:lpstr>Calibri</vt:lpstr>
      <vt:lpstr>Office Theme</vt:lpstr>
      <vt:lpstr>The fine balance  Exploring the Interplay of Reproductive Strategies and Growth Dynamics in Trees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wangxm29@student.ubc.ca</dc:creator>
  <cp:lastModifiedBy>wangxm29@student.ubc.ca</cp:lastModifiedBy>
  <cp:revision>1</cp:revision>
  <dcterms:created xsi:type="dcterms:W3CDTF">2026-09-11T22:14:52Z</dcterms:created>
  <dcterms:modified xsi:type="dcterms:W3CDTF">2026-09-11T22:19:34Z</dcterms:modified>
</cp:coreProperties>
</file>